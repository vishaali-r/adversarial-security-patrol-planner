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Detection Probability by Policy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Probability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SSE-Optimal</c:v>
                  </c:pt>
                  <c:pt idx="1">
                    <c:v>Random</c:v>
                  </c:pt>
                  <c:pt idx="2">
                    <c:v>Fixed Schedule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52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8D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intro: 'Our project designs an AI that plans security patrols so smart that even if the intruder knows exactly how it thinks, they still can't find a safe way in. It's the same idea used to protect LAX airport.'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like this: 'Think of a guard walking the same loop every night. Watch it for a week and you'll spot the exact moment it's unguarded. That gap is what attackers wait for.'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version: 'Right now, patrols are either scheduled by a human (predictable), randomized without thinking (wasteful), or use serious game-theory systems that already protect LAX airport — but those are too big and closed-off to copy directly for a campus.'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'We go second-guess-proof. We plan assuming the bad guy already knows our plan, and make sure that still doesn't help them. That's the whole trick.'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as the four things you'll show progress on: modeling, solving, testing, and comparing.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each box left to right: map the campus, list possible patrol plans, solve for the best one (this is the core), stress-test it with simulated attackers, then measure and show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simply: 'For every place the attacker could attack, we ask: what's my best possible plan if that's their move? We solve that with basic optimization math, then just keep the best answer out of all of them.'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'We don't just test against a perfect genius attacker — we also test against a more realistic, occasionally-mistaken one, to make sure our plan still works in the real world, not just on paper.'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IMPORTANT: swap the chart numbers and stat callouts for your team's real simulation output before presenting — these are placeholder values to show the layout. Explain simply: 'Our smart plan catches more intrusions, keeps the guard unpredictable, and still protects the important places more.'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your cue to switch to the live demo/dashboard if presenting in person. Point out: the map, the changing coverage each simulated day, and the heatmap proving important spots get more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credibility slide — say clearly: 'This isn't a made-up idea, it's a smaller version of systems already protecting a major international airport.'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simply: 'To sum up — we built a patrol planner that stays smart even against an intruder who knows everything about it, using the same math that already protects a real airport. Happy to take questions.'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943600" cy="5943600"/>
          </a:xfrm>
          <a:prstGeom prst="ellipse">
            <a:avLst/>
          </a:prstGeom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731520"/>
            <a:ext cx="4114800" cy="4114800"/>
          </a:xfrm>
          <a:prstGeom prst="ellipse">
            <a:avLst/>
          </a:prstGeom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182880"/>
            <a:ext cx="2286000" cy="2286000"/>
          </a:xfrm>
          <a:prstGeom prst="ellipse">
            <a:avLst/>
          </a:prstGeom>
          <a:ln w="19050">
            <a:solidFill>
              <a:srgbClr val="FFC857">
                <a:alpha val="7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AI — COURSE PROJECT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Game-Theoretic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Patrol Planner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patrol routes that stay smart even when the intruder knows the strategy.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617720"/>
            <a:ext cx="292608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 •  [Teammate Name]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Predictable Patrols Get Exploited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760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have limited guards, but many locations to protect.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schedule — or even a schedule that just looks random — can be learned by watching it for a few days.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pattern is known, an intruder simply waits for the gap and walks 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1371600"/>
            <a:ext cx="3657600" cy="3657600"/>
          </a:xfrm>
          <a:prstGeom prst="ellipse">
            <a:avLst/>
          </a:prstGeom>
          <a:ln w="127000">
            <a:solidFill>
              <a:srgbClr val="D8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371600"/>
            <a:ext cx="3657600" cy="3657600"/>
          </a:xfrm>
          <a:prstGeom prst="pie">
            <a:avLst>
              <a:gd name="adj1" fmla="val 18000000"/>
              <a:gd name="adj2" fmla="val 21600000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2103120"/>
            <a:ext cx="2194560" cy="2194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2788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1051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an intruder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 exploit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This Solved Today?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Scheduling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plan the routes by hand. Even when they try to "randomize" it, real patterns creep in over time.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011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Random Patrol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2044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location is treated equally — a storeroom gets the same attention as the server room. Wastes limited patrol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502920" cy="50292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Game-Theory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(ARMOR, IRIS)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52044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at LAX Airport and by Federal Air Marshals. Proven to work — but built for huge, well-funded deployments, not reproducible at campus scale.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Like the Enemy, First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assume the worst case: the intruder already knows our exact patrol strategy. So instead of hoping they don't figure it out, we design a strategy where knowing it doesn't help them at all. This is a Stackelberg game — one side commits first, the other reacts.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DEFENDER  (LEADER)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49300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first to a randomized patrol strategy — a set of coverage probabilities for every location.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283464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6092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ATTACKER  (FOLLOWER)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349300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that strategy, then picks the single best target to attack in response.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3749040"/>
            <a:ext cx="1920240" cy="0"/>
          </a:xfrm>
          <a:prstGeom prst="line">
            <a:avLst/>
          </a:prstGeom>
          <a:noFill/>
          <a:ln w="38100">
            <a:solidFill>
              <a:srgbClr val="FFC8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6784848" y="3602736"/>
            <a:ext cx="292608" cy="292608"/>
          </a:xfrm>
          <a:prstGeom prst="triangl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the defender strategy where the attacker's “best response” is still the worst possible outcome for the attacker.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811780"/>
            <a:ext cx="10881360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1755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campus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305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locations, routes, and target value as a graph.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09060"/>
            <a:ext cx="10881360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2852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the optimal strategy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278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the Stackelberg Equilibrium using linear programming.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5006340"/>
            <a:ext cx="10881360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1600" y="39502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against real attacker behavior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251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both perfectly rational and bounded-rational intruders.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6103620"/>
            <a:ext cx="10881360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0" y="50474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beats the alternatives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4223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naive-random and fixed-schedule patrols on real metrics.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Layers, One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9077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57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graph +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values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3520440"/>
            <a:ext cx="265176" cy="0"/>
          </a:xfrm>
          <a:prstGeom prst="line">
            <a:avLst/>
          </a:prstGeom>
          <a:noFill/>
          <a:ln w="31750">
            <a:solidFill>
              <a:srgbClr val="FFC8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2615184" y="3401568"/>
            <a:ext cx="237744" cy="237744"/>
          </a:xfrm>
          <a:prstGeom prst="triangl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27432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29077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3657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defender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3520440"/>
            <a:ext cx="265176" cy="0"/>
          </a:xfrm>
          <a:prstGeom prst="line">
            <a:avLst/>
          </a:prstGeom>
          <a:noFill/>
          <a:ln w="31750">
            <a:solidFill>
              <a:srgbClr val="FFC8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4901184" y="3401568"/>
            <a:ext cx="237744" cy="237744"/>
          </a:xfrm>
          <a:prstGeom prst="triangl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27432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57800" y="29077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Equilibrium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657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—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via LP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86600" y="3520440"/>
            <a:ext cx="265176" cy="0"/>
          </a:xfrm>
          <a:prstGeom prst="line">
            <a:avLst/>
          </a:prstGeom>
          <a:noFill/>
          <a:ln w="31750">
            <a:solidFill>
              <a:srgbClr val="FFC8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7187184" y="3401568"/>
            <a:ext cx="237744" cy="237744"/>
          </a:xfrm>
          <a:prstGeom prst="triangl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27432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43800" y="29077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&amp;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 Models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3657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+ bounded-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attacks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72600" y="3520440"/>
            <a:ext cx="265176" cy="0"/>
          </a:xfrm>
          <a:prstGeom prst="line">
            <a:avLst/>
          </a:prstGeom>
          <a:noFill/>
          <a:ln w="31750">
            <a:solidFill>
              <a:srgbClr val="FFC8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9473184" y="3401568"/>
            <a:ext cx="237744" cy="237744"/>
          </a:xfrm>
          <a:prstGeom prst="triangl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274320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29800" y="29077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3657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663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a campus map goes in, a ready-to-use randomized patrol plan comes out.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“Best Strategy” Gets Computed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try assuming the attacker picks each target, solve for the defender's best response to that, then keep whichever result is best for the defender overall.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“Attacker hits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Room”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714500" y="3246120"/>
            <a:ext cx="0" cy="36576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1595628" y="3529584"/>
            <a:ext cx="237744" cy="237744"/>
          </a:xfrm>
          <a:prstGeom prst="triangl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84048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LP → get a score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4688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54680" y="2468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“Attacker hits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Gate”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20540" y="3246120"/>
            <a:ext cx="0" cy="36576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4201668" y="3529584"/>
            <a:ext cx="237744" cy="237744"/>
          </a:xfrm>
          <a:prstGeom prst="triangl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384048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5468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LP → get a score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24688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2468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“Attacker hits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26580" y="3246120"/>
            <a:ext cx="0" cy="36576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6807708" y="3529584"/>
            <a:ext cx="237744" cy="237744"/>
          </a:xfrm>
          <a:prstGeom prst="triangl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384048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38404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LP → get a score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754380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846320"/>
            <a:ext cx="6995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target that gives the defender the highest expected outcome → that’s the final randomized policy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714500" y="4526280"/>
            <a:ext cx="0" cy="274320"/>
          </a:xfrm>
          <a:prstGeom prst="line">
            <a:avLst/>
          </a:prstGeom>
          <a:noFill/>
          <a:ln w="19050">
            <a:solidFill>
              <a:srgbClr val="D8DE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20540" y="4526280"/>
            <a:ext cx="0" cy="274320"/>
          </a:xfrm>
          <a:prstGeom prst="line">
            <a:avLst/>
          </a:prstGeom>
          <a:noFill/>
          <a:ln w="19050">
            <a:solidFill>
              <a:srgbClr val="D8DE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26580" y="4526280"/>
            <a:ext cx="0" cy="274320"/>
          </a:xfrm>
          <a:prstGeom prst="line">
            <a:avLst/>
          </a:prstGeom>
          <a:noFill/>
          <a:ln w="19050">
            <a:solidFill>
              <a:srgbClr val="D8DE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technique (“multiple LPs”) behind ARMOR, the system protecting LAX Airport.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Intruders We Test Against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Perfectly Rational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“Always picks the smartest move”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attacks whichever target gives the highest expected payoff, given our strategy. The strict, worst-case test.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103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Bounded-Rational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(Quantal Response)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“More human, sometimes wrong”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4747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Leans toward better targets but isn't perfect — mimics real, imperfect human decision-making, to check how well our plan holds up.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Actually Beat the Alternatives?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691640"/>
            <a:ext cx="44805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60920" y="18105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1920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expected defender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vs. naive random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040880" y="3063240"/>
            <a:ext cx="448056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60920" y="318211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32918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stays high — the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stays unpredictable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40880" y="4434840"/>
            <a:ext cx="4480560" cy="1280160"/>
          </a:xfrm>
          <a:prstGeom prst="roundRect">
            <a:avLst>
              <a:gd name="adj" fmla="val 6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60920" y="44348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targets receive proportionally more coverage — without ever becoming fully predictable.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— replace with your actual simulation results before presenting.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the Patrol Plan in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498080" cy="4069080"/>
          </a:xfrm>
          <a:prstGeom prst="roundRect">
            <a:avLst>
              <a:gd name="adj" fmla="val 1798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2377440"/>
            <a:ext cx="2743200" cy="-457200"/>
          </a:xfrm>
          <a:prstGeom prst="line">
            <a:avLst/>
          </a:prstGeom>
          <a:noFill/>
          <a:ln w="25400">
            <a:solidFill>
              <a:srgbClr val="D8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1920240"/>
            <a:ext cx="2651760" cy="548640"/>
          </a:xfrm>
          <a:prstGeom prst="line">
            <a:avLst/>
          </a:prstGeom>
          <a:noFill/>
          <a:ln w="25400">
            <a:solidFill>
              <a:srgbClr val="D8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1920240"/>
            <a:ext cx="1005840" cy="2377440"/>
          </a:xfrm>
          <a:prstGeom prst="line">
            <a:avLst/>
          </a:prstGeom>
          <a:noFill/>
          <a:ln w="25400">
            <a:solidFill>
              <a:srgbClr val="D8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2377440"/>
            <a:ext cx="3749040" cy="1920240"/>
          </a:xfrm>
          <a:prstGeom prst="line">
            <a:avLst/>
          </a:prstGeom>
          <a:noFill/>
          <a:ln w="25400">
            <a:solidFill>
              <a:srgbClr val="D8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1874520"/>
            <a:ext cx="1005840" cy="1005840"/>
          </a:xfrm>
          <a:prstGeom prst="ellipse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29352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258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70832" y="1536192"/>
            <a:ext cx="768096" cy="768096"/>
          </a:xfrm>
          <a:prstGeom prst="ellipse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2359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70832" y="180136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04888" y="2167128"/>
            <a:ext cx="603504" cy="603504"/>
          </a:xfrm>
          <a:prstGeom prst="ellipse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28254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104888" y="235000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22976" y="4059936"/>
            <a:ext cx="475488" cy="475488"/>
          </a:xfrm>
          <a:prstGeom prst="ellipse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4590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522976" y="417880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704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circle = covered more often. Coverage still changes every simulated day — never a fixed loop.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66760" y="17830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66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176479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daily route sampling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366760" y="2834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667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281635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coverage heatmap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366760" y="38862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667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006840" y="386791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vs. random / fixed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Theory — Already Protecting Real Places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ARMOR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International Airport (LAX)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6616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Randomizes checkpoint and canine-patrol scheduling since 2007.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4F6FB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148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971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Federal Air Marshal Service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56616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Randomizes which flights get an air marshal on board since 2009.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systems are built on Stackelberg Security Games — the exact same theory this project applies at campus scale.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ln w="12700">
            <a:solidFill>
              <a:srgbClr val="CADCFC">
                <a:alpha val="2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Smarter, Provable Way to Patrol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patrols as a Stackelberg game — safe even if the strategy is known.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classical AI: linear programming + game theory, no ML.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better than random or fixed schedules through simulation.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real, deployed systems: ARMOR (LAX) and IRIS.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5212080"/>
            <a:ext cx="2926080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394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2026-09-22T03:14:06Z</dcterms:created>
  <dcterms:modified xsi:type="dcterms:W3CDTF">2026-09-22T03:14:06Z</dcterms:modified>
</cp:coreProperties>
</file>